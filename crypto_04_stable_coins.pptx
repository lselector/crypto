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0"/>
  </p:notesMasterIdLst>
  <p:sldIdLst>
    <p:sldId id="320" r:id="rId2"/>
    <p:sldId id="316" r:id="rId3"/>
    <p:sldId id="274" r:id="rId4"/>
    <p:sldId id="319" r:id="rId5"/>
    <p:sldId id="318" r:id="rId6"/>
    <p:sldId id="309" r:id="rId7"/>
    <p:sldId id="310" r:id="rId8"/>
    <p:sldId id="311" r:id="rId9"/>
    <p:sldId id="312" r:id="rId10"/>
    <p:sldId id="307" r:id="rId11"/>
    <p:sldId id="321" r:id="rId12"/>
    <p:sldId id="313" r:id="rId13"/>
    <p:sldId id="314" r:id="rId14"/>
    <p:sldId id="308" r:id="rId15"/>
    <p:sldId id="315" r:id="rId16"/>
    <p:sldId id="322" r:id="rId17"/>
    <p:sldId id="323" r:id="rId18"/>
    <p:sldId id="32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60"/>
    <p:restoredTop sz="92285"/>
  </p:normalViewPr>
  <p:slideViewPr>
    <p:cSldViewPr snapToGrid="0" snapToObjects="1">
      <p:cViewPr varScale="1">
        <p:scale>
          <a:sx n="97" d="100"/>
          <a:sy n="97" d="100"/>
        </p:scale>
        <p:origin x="240" y="1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5/9/22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5/9/22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5/9/22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5/9/22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8.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9.png"/><Relationship Id="rId4" Type="http://schemas.openxmlformats.org/officeDocument/2006/relationships/hyperlink" Target="https://www.bitfinex.com/"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hyperlink" Target="https://en.wikipedia.org/wiki/Binanc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2948896203"/>
              </p:ext>
            </p:extLst>
          </p:nvPr>
        </p:nvGraphicFramePr>
        <p:xfrm>
          <a:off x="6214311" y="589081"/>
          <a:ext cx="5854066" cy="3975230"/>
        </p:xfrm>
        <a:graphic>
          <a:graphicData uri="http://schemas.openxmlformats.org/drawingml/2006/table">
            <a:tbl>
              <a:tblPr firstRow="1">
                <a:tableStyleId>{E8B1032C-EA38-4F05-BA0D-38AFFFC7BED3}</a:tableStyleId>
              </a:tblPr>
              <a:tblGrid>
                <a:gridCol w="1687911">
                  <a:extLst>
                    <a:ext uri="{9D8B030D-6E8A-4147-A177-3AD203B41FA5}">
                      <a16:colId xmlns:a16="http://schemas.microsoft.com/office/drawing/2014/main" val="2982074288"/>
                    </a:ext>
                  </a:extLst>
                </a:gridCol>
                <a:gridCol w="778934">
                  <a:extLst>
                    <a:ext uri="{9D8B030D-6E8A-4147-A177-3AD203B41FA5}">
                      <a16:colId xmlns:a16="http://schemas.microsoft.com/office/drawing/2014/main" val="1493870040"/>
                    </a:ext>
                  </a:extLst>
                </a:gridCol>
                <a:gridCol w="1640481">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6214311" y="4730045"/>
            <a:ext cx="2679432" cy="307777"/>
          </a:xfrm>
          <a:prstGeom prst="rect">
            <a:avLst/>
          </a:prstGeom>
          <a:noFill/>
        </p:spPr>
        <p:txBody>
          <a:bodyPr wrap="square" rtlCol="0">
            <a:spAutoFit/>
          </a:bodyPr>
          <a:lstStyle/>
          <a:p>
            <a:r>
              <a:rPr lang="en-US" sz="1400" b="1">
                <a:solidFill>
                  <a:srgbClr val="00B050"/>
                </a:solidFill>
              </a:rPr>
              <a:t>In Green –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45393" y="183900"/>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2657</TotalTime>
  <Words>4483</Words>
  <Application>Microsoft Macintosh PowerPoint</Application>
  <PresentationFormat>Widescreen</PresentationFormat>
  <Paragraphs>347</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220</cp:revision>
  <dcterms:modified xsi:type="dcterms:W3CDTF">2022-05-10T01:06:01Z</dcterms:modified>
</cp:coreProperties>
</file>